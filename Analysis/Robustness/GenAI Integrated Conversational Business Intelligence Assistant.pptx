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5"/>
  </p:notesMasterIdLst>
  <p:handoutMasterIdLst>
    <p:handoutMasterId r:id="rId16"/>
  </p:handoutMasterIdLst>
  <p:sldIdLst>
    <p:sldId id="312" r:id="rId5"/>
    <p:sldId id="321" r:id="rId6"/>
    <p:sldId id="328" r:id="rId7"/>
    <p:sldId id="322" r:id="rId8"/>
    <p:sldId id="326" r:id="rId9"/>
    <p:sldId id="324" r:id="rId10"/>
    <p:sldId id="323" r:id="rId11"/>
    <p:sldId id="327" r:id="rId12"/>
    <p:sldId id="325" r:id="rId13"/>
    <p:sldId id="297" r:id="rId14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388" autoAdjust="0"/>
  </p:normalViewPr>
  <p:slideViewPr>
    <p:cSldViewPr snapToGrid="0" snapToObjects="1">
      <p:cViewPr varScale="1">
        <p:scale>
          <a:sx n="113" d="100"/>
          <a:sy n="113" d="100"/>
        </p:scale>
        <p:origin x="510" y="10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6683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55684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3997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1076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34322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17618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97037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83960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dirty="0" err="1"/>
              <a:t>GenAI</a:t>
            </a:r>
            <a:r>
              <a:rPr lang="en-US" dirty="0"/>
              <a:t> Integrated Conversational Business Intelligence Assistant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lantUML diagram">
            <a:extLst>
              <a:ext uri="{FF2B5EF4-FFF2-40B4-BE49-F238E27FC236}">
                <a16:creationId xmlns:a16="http://schemas.microsoft.com/office/drawing/2014/main" id="{42CC80B4-B3A4-47E9-BC8E-C8B3C9647D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4638" y="104775"/>
            <a:ext cx="6562725" cy="6648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8021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A375E9F7-17ED-459A-98B3-F64597C07CE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3214503" y="421494"/>
            <a:ext cx="5762993" cy="6015012"/>
          </a:xfrm>
        </p:spPr>
      </p:pic>
    </p:spTree>
    <p:extLst>
      <p:ext uri="{BB962C8B-B14F-4D97-AF65-F5344CB8AC3E}">
        <p14:creationId xmlns:p14="http://schemas.microsoft.com/office/powerpoint/2010/main" val="106221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A070B366-D281-4CA1-9F0A-54CD2F3AE80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1296987" y="814295"/>
            <a:ext cx="10370080" cy="5520804"/>
          </a:xfrm>
        </p:spPr>
      </p:pic>
    </p:spTree>
    <p:extLst>
      <p:ext uri="{BB962C8B-B14F-4D97-AF65-F5344CB8AC3E}">
        <p14:creationId xmlns:p14="http://schemas.microsoft.com/office/powerpoint/2010/main" val="2007751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13394D4-22AB-4C76-B755-203B6062EF2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2272361" y="441528"/>
            <a:ext cx="7777572" cy="6186814"/>
          </a:xfrm>
        </p:spPr>
      </p:pic>
    </p:spTree>
    <p:extLst>
      <p:ext uri="{BB962C8B-B14F-4D97-AF65-F5344CB8AC3E}">
        <p14:creationId xmlns:p14="http://schemas.microsoft.com/office/powerpoint/2010/main" val="3858043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03D4EA-DD7F-4790-A3C1-EC4E467F8D9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2359889" y="576650"/>
            <a:ext cx="7472221" cy="5865425"/>
          </a:xfrm>
        </p:spPr>
      </p:pic>
    </p:spTree>
    <p:extLst>
      <p:ext uri="{BB962C8B-B14F-4D97-AF65-F5344CB8AC3E}">
        <p14:creationId xmlns:p14="http://schemas.microsoft.com/office/powerpoint/2010/main" val="2469993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D0D6A16-B65A-4FC0-BE64-2660728AEDF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1550988" y="591544"/>
            <a:ext cx="9828212" cy="5674911"/>
          </a:xfrm>
        </p:spPr>
      </p:pic>
    </p:spTree>
    <p:extLst>
      <p:ext uri="{BB962C8B-B14F-4D97-AF65-F5344CB8AC3E}">
        <p14:creationId xmlns:p14="http://schemas.microsoft.com/office/powerpoint/2010/main" val="8652807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608417D-0853-4F19-A6DF-FD8207805EB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1237721" y="1018610"/>
            <a:ext cx="10742612" cy="5085233"/>
          </a:xfrm>
        </p:spPr>
      </p:pic>
    </p:spTree>
    <p:extLst>
      <p:ext uri="{BB962C8B-B14F-4D97-AF65-F5344CB8AC3E}">
        <p14:creationId xmlns:p14="http://schemas.microsoft.com/office/powerpoint/2010/main" val="23709407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84A1AE9-3B57-43F0-9223-9F2B2778220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1263120" y="971855"/>
            <a:ext cx="10522479" cy="5388900"/>
          </a:xfrm>
        </p:spPr>
      </p:pic>
    </p:spTree>
    <p:extLst>
      <p:ext uri="{BB962C8B-B14F-4D97-AF65-F5344CB8AC3E}">
        <p14:creationId xmlns:p14="http://schemas.microsoft.com/office/powerpoint/2010/main" val="35855457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13606"/>
            <a:ext cx="5715000" cy="2234642"/>
          </a:xfrm>
        </p:spPr>
        <p:txBody>
          <a:bodyPr/>
          <a:lstStyle/>
          <a:p>
            <a:r>
              <a:rPr lang="en-US" dirty="0"/>
              <a:t>Brita Tamm</a:t>
            </a:r>
          </a:p>
          <a:p>
            <a:r>
              <a:rPr lang="en-US" dirty="0"/>
              <a:t>502-555-0152</a:t>
            </a:r>
          </a:p>
          <a:p>
            <a:r>
              <a:rPr lang="en-US" dirty="0"/>
              <a:t>brita@firstupconsultants.com </a:t>
            </a:r>
          </a:p>
          <a:p>
            <a:r>
              <a:rPr lang="en-US" dirty="0"/>
              <a:t>www.firstupconsultants.com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{2D61B760-CF0E-4B9A-9A8C-1E76BDC737D3}tf78438558_win32</Template>
  <TotalTime>5</TotalTime>
  <Words>22</Words>
  <Application>Microsoft Office PowerPoint</Application>
  <PresentationFormat>Widescreen</PresentationFormat>
  <Paragraphs>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Black</vt:lpstr>
      <vt:lpstr>Calibri</vt:lpstr>
      <vt:lpstr>Sabon Next LT</vt:lpstr>
      <vt:lpstr>Custom</vt:lpstr>
      <vt:lpstr>GenAI Integrated Conversational Business Intelligence Assistant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GenAI Integrated Conversational Business Intelligence Assistant</dc:title>
  <dc:subject/>
  <dc:creator>Faizan Khan</dc:creator>
  <cp:lastModifiedBy>Faizan Khan</cp:lastModifiedBy>
  <cp:revision>1</cp:revision>
  <dcterms:created xsi:type="dcterms:W3CDTF">2026-02-10T19:15:13Z</dcterms:created>
  <dcterms:modified xsi:type="dcterms:W3CDTF">2026-02-10T19:20:46Z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